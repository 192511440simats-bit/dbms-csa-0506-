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77" r:id="rId4"/>
    <p:sldId id="259" r:id="rId5"/>
    <p:sldId id="261" r:id="rId6"/>
    <p:sldId id="267" r:id="rId7"/>
    <p:sldId id="27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ve Ganesan" userId="7b87056991cc3039" providerId="LiveId" clId="{D056005F-2B49-4E4F-A1AA-3503525BAA7D}"/>
    <pc:docChg chg="modSld">
      <pc:chgData name="Jeeve Ganesan" userId="7b87056991cc3039" providerId="LiveId" clId="{D056005F-2B49-4E4F-A1AA-3503525BAA7D}" dt="2026-07-21T04:14:56.389" v="0" actId="1076"/>
      <pc:docMkLst>
        <pc:docMk/>
      </pc:docMkLst>
      <pc:sldChg chg="modSp mod">
        <pc:chgData name="Jeeve Ganesan" userId="7b87056991cc3039" providerId="LiveId" clId="{D056005F-2B49-4E4F-A1AA-3503525BAA7D}" dt="2026-07-21T04:14:56.389" v="0" actId="1076"/>
        <pc:sldMkLst>
          <pc:docMk/>
          <pc:sldMk cId="1228184061" sldId="274"/>
        </pc:sldMkLst>
        <pc:picChg chg="mod">
          <ac:chgData name="Jeeve Ganesan" userId="7b87056991cc3039" providerId="LiveId" clId="{D056005F-2B49-4E4F-A1AA-3503525BAA7D}" dt="2026-07-21T04:14:56.389" v="0" actId="1076"/>
          <ac:picMkLst>
            <pc:docMk/>
            <pc:sldMk cId="1228184061" sldId="274"/>
            <ac:picMk id="6" creationId="{F80CA659-4632-7E61-D85B-A476AA2984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3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4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4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5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2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3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7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66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89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9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78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7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0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0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CC7B-08D4-D28B-75E9-84278ACA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73" y="1168400"/>
            <a:ext cx="7704667" cy="2338387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CONCEPT OF DATA INDEPENDENCE (LOGICAL AND PHYSICAL) AND ITS SIGNIFICANCE IN DBMS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3F8F7-4AD3-04AA-776B-A49A97CFD1F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70373" y="5130801"/>
            <a:ext cx="3240087" cy="1259840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R.HEMAVATHI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99220-C04C-3004-B7E1-F51695D0C6D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511237" y="5410126"/>
            <a:ext cx="3563937" cy="269636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PRESENTED  BY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G.JEEVESH(192511440)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object 9">
            <a:extLst>
              <a:ext uri="{FF2B5EF4-FFF2-40B4-BE49-F238E27FC236}">
                <a16:creationId xmlns:a16="http://schemas.microsoft.com/office/drawing/2014/main" id="{F80CA659-4632-7E61-D85B-A476AA2984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373" y="99690"/>
            <a:ext cx="812144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8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255" y="297418"/>
            <a:ext cx="3294899" cy="1066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33" y="1513840"/>
            <a:ext cx="7704667" cy="4172982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store, organize, and manage data efficiently.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achieved using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three-level DBMS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External Level (User View)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2.Conceptual Level (Logical View)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3.Internal Level (Physical Storage)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flexibility, maintenance, and performance of databases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B27C-E094-890C-7D61-00C282F5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393" y="1051559"/>
            <a:ext cx="7845213" cy="1417321"/>
          </a:xfrm>
        </p:spPr>
        <p:txBody>
          <a:bodyPr>
            <a:normAutofit/>
          </a:bodyPr>
          <a:lstStyle/>
          <a:p>
            <a:r>
              <a:rPr lang="en-IN" sz="3600" b="1" dirty="0"/>
              <a:t>Importance of Data Independence: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F106-7D4E-F429-D799-F406298BA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87880"/>
            <a:ext cx="7704667" cy="33328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to modify application programs.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database maintenance easier.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flexibility and scalability.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database growth with minimal disruption.</a:t>
            </a:r>
          </a:p>
        </p:txBody>
      </p:sp>
    </p:spTree>
    <p:extLst>
      <p:ext uri="{BB962C8B-B14F-4D97-AF65-F5344CB8AC3E}">
        <p14:creationId xmlns:p14="http://schemas.microsoft.com/office/powerpoint/2010/main" val="70374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441" y="779999"/>
            <a:ext cx="7132320" cy="1266825"/>
          </a:xfrm>
        </p:spPr>
        <p:txBody>
          <a:bodyPr>
            <a:normAutofit/>
          </a:bodyPr>
          <a:lstStyle/>
          <a:p>
            <a:r>
              <a:rPr lang="en-IN" sz="3600" b="1" dirty="0"/>
              <a:t>Types of Data Independence: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769" y="2046824"/>
            <a:ext cx="7704667" cy="387998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1.Logical Data Independence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changes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schema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affecting user applications.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or deleting attributes.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tables.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relationships.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842700"/>
            <a:ext cx="5172752" cy="1112520"/>
          </a:xfrm>
        </p:spPr>
        <p:txBody>
          <a:bodyPr>
            <a:normAutofit/>
          </a:bodyPr>
          <a:lstStyle/>
          <a:p>
            <a:r>
              <a:rPr lang="en-IN" sz="2800" dirty="0"/>
              <a:t>2</a:t>
            </a:r>
            <a:r>
              <a:rPr lang="en-IN" sz="2800" b="1" dirty="0"/>
              <a:t>.Physical Data  Independence</a:t>
            </a:r>
            <a:r>
              <a:rPr lang="en-IN" sz="2800" dirty="0"/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5" y="2509519"/>
            <a:ext cx="8082116" cy="2258641"/>
          </a:xfrm>
        </p:spPr>
        <p:txBody>
          <a:bodyPr>
            <a:normAutofit fontScale="55000" lnSpcReduction="20000"/>
          </a:bodyPr>
          <a:lstStyle/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changes in the </a:t>
            </a: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storage</a:t>
            </a: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affecting the logical schema.</a:t>
            </a:r>
          </a:p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Examples: 1.Changing file organization. </a:t>
            </a:r>
          </a:p>
          <a:p>
            <a:pPr marL="0" indent="0">
              <a:buNone/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2.Adding indexes. </a:t>
            </a:r>
          </a:p>
          <a:p>
            <a:pPr marL="0" indent="0">
              <a:buNone/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3.Upgrading storage devices.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923" y="523446"/>
            <a:ext cx="3137583" cy="220565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003" y="2462495"/>
            <a:ext cx="7704667" cy="333281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a key feature of DBMS architecture.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applications from database changes.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user views from logical changes.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logical structure from storage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AC0D-C72C-A996-7C79-FB79A6CC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5530-665C-FFDE-26FD-FE9D148E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733" y="1884680"/>
            <a:ext cx="7704667" cy="3332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3900896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281</TotalTime>
  <Words>269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Times New Roman</vt:lpstr>
      <vt:lpstr>Parallax</vt:lpstr>
      <vt:lpstr>PRESENT THE CONCEPT OF DATA INDEPENDENCE (LOGICAL AND PHYSICAL) AND ITS SIGNIFICANCE IN DBMS ARCHITECTURE</vt:lpstr>
      <vt:lpstr>Introduction :</vt:lpstr>
      <vt:lpstr>Importance of Data Independence:</vt:lpstr>
      <vt:lpstr>Types of Data Independence:</vt:lpstr>
      <vt:lpstr>2.Physical Data  Independence:</vt:lpstr>
      <vt:lpstr>Conclusion: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mallireddy vishnuvardhanrddy</dc:creator>
  <cp:keywords/>
  <dc:description>generated using python-pptx</dc:description>
  <cp:lastModifiedBy>Jeeve Ganesan</cp:lastModifiedBy>
  <cp:revision>13</cp:revision>
  <dcterms:created xsi:type="dcterms:W3CDTF">2013-01-27T09:14:16Z</dcterms:created>
  <dcterms:modified xsi:type="dcterms:W3CDTF">2026-07-21T04:15:05Z</dcterms:modified>
  <cp:category/>
</cp:coreProperties>
</file>